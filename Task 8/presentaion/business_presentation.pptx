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Analysis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analysis using statistical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sales data with multiple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and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relationships between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business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recommendations generated.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